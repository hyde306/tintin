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3" initials="G" lastIdx="0" clrIdx="0">
    <p:extLst>
      <p:ext uri="{19B8F6BF-5375-455C-9EA6-DF929625EA0E}">
        <p15:presenceInfo xmlns:p15="http://schemas.microsoft.com/office/powerpoint/2012/main" userId="GA3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192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61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010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56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96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83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18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33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16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799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911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95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4D3CC-B23E-4CDA-B9C3-7288834D126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68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スペースギャラクシー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8457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2248" y="1862356"/>
            <a:ext cx="10515600" cy="4404219"/>
          </a:xfrm>
        </p:spPr>
        <p:txBody>
          <a:bodyPr>
            <a:normAutofit/>
          </a:bodyPr>
          <a:lstStyle/>
          <a:p>
            <a:r>
              <a:rPr lang="en-US" altLang="ja-JP" sz="2700" dirty="0" smtClean="0"/>
              <a:t/>
            </a:r>
            <a:br>
              <a:rPr lang="en-US" altLang="ja-JP" sz="2700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92248" y="192947"/>
            <a:ext cx="97312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800" dirty="0" smtClean="0"/>
              <a:t>ゲーム概要</a:t>
            </a:r>
            <a:endParaRPr kumimoji="1" lang="ja-JP" altLang="en-US" sz="8800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13348" y="2155455"/>
            <a:ext cx="820929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全員が宇宙艇からスタート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サイコロで進み、エネルギーコアを拾う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拾うほど移動が遅くなる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シールド残量と残りターン数を見ながら帰還判断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宇宙艇に戻れれば得点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3ラウンドの合計で勝敗</a:t>
            </a:r>
            <a:endParaRPr kumimoji="0" lang="en-US" altLang="ja-JP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sz="2800" dirty="0" smtClean="0"/>
              <a:t>残りターン数をポイントに</a:t>
            </a:r>
            <a:endParaRPr kumimoji="0" lang="ja-JP" altLang="ja-JP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31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47</Words>
  <Application>Microsoft Office PowerPoint</Application>
  <PresentationFormat>ワイド画面</PresentationFormat>
  <Paragraphs>10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スペースギャラクシー</vt:lpstr>
      <vt:lpstr>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すごろく</dc:title>
  <dc:creator>GA3</dc:creator>
  <cp:lastModifiedBy>GA3</cp:lastModifiedBy>
  <cp:revision>6</cp:revision>
  <dcterms:created xsi:type="dcterms:W3CDTF">2026-04-13T02:14:08Z</dcterms:created>
  <dcterms:modified xsi:type="dcterms:W3CDTF">2026-04-13T03:29:46Z</dcterms:modified>
</cp:coreProperties>
</file>