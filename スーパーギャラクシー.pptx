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A3" initials="G" lastIdx="0" clrIdx="0">
    <p:extLst>
      <p:ext uri="{19B8F6BF-5375-455C-9EA6-DF929625EA0E}">
        <p15:presenceInfo xmlns:p15="http://schemas.microsoft.com/office/powerpoint/2012/main" userId="GA3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60" d="100"/>
          <a:sy n="60" d="100"/>
        </p:scale>
        <p:origin x="72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24D3CC-B23E-4CDA-B9C3-7288834D126E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182C5-DABA-428C-9133-8E5751F7BA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06131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24D3CC-B23E-4CDA-B9C3-7288834D126E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182C5-DABA-428C-9133-8E5751F7BA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0104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24D3CC-B23E-4CDA-B9C3-7288834D126E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182C5-DABA-428C-9133-8E5751F7BA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2568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24D3CC-B23E-4CDA-B9C3-7288834D126E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182C5-DABA-428C-9133-8E5751F7BA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91961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24D3CC-B23E-4CDA-B9C3-7288834D126E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182C5-DABA-428C-9133-8E5751F7BA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68355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24D3CC-B23E-4CDA-B9C3-7288834D126E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182C5-DABA-428C-9133-8E5751F7BA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16189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24D3CC-B23E-4CDA-B9C3-7288834D126E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182C5-DABA-428C-9133-8E5751F7BA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63381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24D3CC-B23E-4CDA-B9C3-7288834D126E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182C5-DABA-428C-9133-8E5751F7BA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8169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24D3CC-B23E-4CDA-B9C3-7288834D126E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182C5-DABA-428C-9133-8E5751F7BA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9799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24D3CC-B23E-4CDA-B9C3-7288834D126E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182C5-DABA-428C-9133-8E5751F7BA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291118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24D3CC-B23E-4CDA-B9C3-7288834D126E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A182C5-DABA-428C-9133-8E5751F7BA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79952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24D3CC-B23E-4CDA-B9C3-7288834D126E}" type="datetimeFigureOut">
              <a:rPr kumimoji="1" lang="ja-JP" altLang="en-US" smtClean="0"/>
              <a:t>2026/4/13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A182C5-DABA-428C-9133-8E5751F7BA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68481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 smtClean="0"/>
              <a:t>スペースギャラクシー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84577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92248" y="1862356"/>
            <a:ext cx="10515600" cy="4404219"/>
          </a:xfrm>
        </p:spPr>
        <p:txBody>
          <a:bodyPr>
            <a:normAutofit/>
          </a:bodyPr>
          <a:lstStyle/>
          <a:p>
            <a:r>
              <a:rPr lang="en-US" altLang="ja-JP" sz="2700" dirty="0" smtClean="0"/>
              <a:t/>
            </a:r>
            <a:br>
              <a:rPr lang="en-US" altLang="ja-JP" sz="2700" dirty="0" smtClean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lang="en-US" altLang="ja-JP" dirty="0" smtClean="0"/>
              <a:t/>
            </a:r>
            <a:br>
              <a:rPr lang="en-US" altLang="ja-JP" dirty="0" smtClean="0"/>
            </a:br>
            <a:endParaRPr kumimoji="1" lang="ja-JP" altLang="en-US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368969" y="357265"/>
            <a:ext cx="973122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6000" dirty="0" smtClean="0"/>
              <a:t>ゲーム概要</a:t>
            </a:r>
            <a:endParaRPr kumimoji="1" lang="ja-JP" altLang="en-US" sz="6000" dirty="0"/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368969" y="1544550"/>
            <a:ext cx="7263527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ja-JP" altLang="en-US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・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全員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が宇宙艇から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スタート</a:t>
            </a:r>
            <a:endParaRPr kumimoji="0" lang="en-US" altLang="ja-JP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ja-JP" altLang="ja-JP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ja-JP" altLang="en-US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・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サイコロ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で進み、エネルギーコアを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拾う</a:t>
            </a:r>
            <a:endParaRPr kumimoji="0" lang="en-US" altLang="ja-JP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ja-JP" altLang="ja-JP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ja-JP" altLang="en-US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・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拾う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ほど移動が遅く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なる</a:t>
            </a:r>
            <a:endParaRPr kumimoji="0" lang="en-US" altLang="ja-JP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ja-JP" altLang="ja-JP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ja-JP" altLang="en-US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・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シールド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残量と残りターン数を見ながら帰還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判断</a:t>
            </a:r>
            <a:endParaRPr kumimoji="0" lang="en-US" altLang="ja-JP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ja-JP" altLang="ja-JP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ja-JP" altLang="en-US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・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宇宙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艇に戻れれば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得点</a:t>
            </a:r>
            <a:endParaRPr kumimoji="0" lang="en-US" altLang="ja-JP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ja-JP" altLang="ja-JP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ja-JP" altLang="en-US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・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3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ラウンドの合計で</a:t>
            </a:r>
            <a:r>
              <a:rPr kumimoji="0" lang="ja-JP" altLang="ja-JP" sz="240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勝敗</a:t>
            </a:r>
            <a:endParaRPr kumimoji="0" lang="en-US" altLang="ja-JP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ja-JP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ja-JP" altLang="en-US" sz="2400" dirty="0" smtClean="0"/>
              <a:t>・残り</a:t>
            </a:r>
            <a:r>
              <a:rPr lang="ja-JP" altLang="en-US" sz="2400" dirty="0" smtClean="0"/>
              <a:t>ターン数をポイントに</a:t>
            </a:r>
            <a:endParaRPr kumimoji="0" lang="ja-JP" altLang="ja-JP" sz="240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1318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535616" y="478674"/>
            <a:ext cx="4864100" cy="1138237"/>
          </a:xfrm>
        </p:spPr>
        <p:txBody>
          <a:bodyPr/>
          <a:lstStyle/>
          <a:p>
            <a:r>
              <a:rPr kumimoji="1" lang="ja-JP" altLang="en-US" dirty="0" smtClean="0"/>
              <a:t>おもしろさ</a:t>
            </a:r>
            <a:endParaRPr kumimoji="1" lang="ja-JP" altLang="en-US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1129174" y="2133600"/>
            <a:ext cx="8956298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600" dirty="0"/>
              <a:t>欲張るほど動けなくなる</a:t>
            </a:r>
            <a:r>
              <a:rPr lang="ja-JP" altLang="en-US" sz="3600" dirty="0" smtClean="0"/>
              <a:t>ジレンマ</a:t>
            </a:r>
            <a:r>
              <a:rPr lang="en-US" altLang="ja-JP" sz="3600" dirty="0" smtClean="0"/>
              <a:t/>
            </a:r>
            <a:br>
              <a:rPr lang="en-US" altLang="ja-JP" sz="3600" dirty="0" smtClean="0"/>
            </a:br>
            <a:r>
              <a:rPr lang="en-US" altLang="ja-JP" sz="3600" dirty="0" smtClean="0"/>
              <a:t/>
            </a:r>
            <a:br>
              <a:rPr lang="en-US" altLang="ja-JP" sz="3600" dirty="0" smtClean="0"/>
            </a:br>
            <a:r>
              <a:rPr lang="ja-JP" altLang="en-US" sz="3600" dirty="0"/>
              <a:t>全員</a:t>
            </a:r>
            <a:r>
              <a:rPr lang="ja-JP" altLang="en-US" sz="3600" dirty="0" smtClean="0"/>
              <a:t>がゲームオーバーになりうるゲーム性</a:t>
            </a:r>
            <a:endParaRPr lang="en-US" altLang="ja-JP" sz="3600" dirty="0" smtClean="0"/>
          </a:p>
          <a:p>
            <a:endParaRPr kumimoji="1" lang="en-US" altLang="ja-JP" sz="3600" dirty="0"/>
          </a:p>
          <a:p>
            <a:r>
              <a:rPr kumimoji="1" lang="ja-JP" altLang="en-US" sz="3600" dirty="0" smtClean="0"/>
              <a:t>駆け引き要素</a:t>
            </a:r>
            <a:endParaRPr kumimoji="1" lang="en-US" altLang="ja-JP" sz="3600" dirty="0" smtClean="0"/>
          </a:p>
          <a:p>
            <a:endParaRPr lang="en-US" altLang="ja-JP" sz="3600" dirty="0"/>
          </a:p>
          <a:p>
            <a:r>
              <a:rPr kumimoji="1" lang="ja-JP" altLang="en-US" sz="3600" dirty="0" smtClean="0"/>
              <a:t>短時間で遊べる</a:t>
            </a:r>
            <a:endParaRPr kumimoji="1" lang="ja-JP" altLang="en-US" sz="3600" dirty="0"/>
          </a:p>
        </p:txBody>
      </p:sp>
    </p:spTree>
    <p:extLst>
      <p:ext uri="{BB962C8B-B14F-4D97-AF65-F5344CB8AC3E}">
        <p14:creationId xmlns:p14="http://schemas.microsoft.com/office/powerpoint/2010/main" val="17534882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174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60</Words>
  <Application>Microsoft Office PowerPoint</Application>
  <PresentationFormat>ワイド画面</PresentationFormat>
  <Paragraphs>22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スペースギャラクシー</vt:lpstr>
      <vt:lpstr>     </vt:lpstr>
      <vt:lpstr>おもしろさ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すごろく</dc:title>
  <dc:creator>GA3</dc:creator>
  <cp:lastModifiedBy>GA3</cp:lastModifiedBy>
  <cp:revision>8</cp:revision>
  <dcterms:created xsi:type="dcterms:W3CDTF">2026-04-13T02:14:08Z</dcterms:created>
  <dcterms:modified xsi:type="dcterms:W3CDTF">2026-04-13T04:41:30Z</dcterms:modified>
</cp:coreProperties>
</file>