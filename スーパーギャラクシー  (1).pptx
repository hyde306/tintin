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3" initials="G" lastIdx="0" clrIdx="0">
    <p:extLst>
      <p:ext uri="{19B8F6BF-5375-455C-9EA6-DF929625EA0E}">
        <p15:presenceInfo xmlns:p15="http://schemas.microsoft.com/office/powerpoint/2012/main" userId="GA3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00038-46B3-1A9B-727B-6049F8B8D4CD}" v="24" dt="2026-04-20T03:20:04.273"/>
    <p1510:client id="{2170C093-C18B-B169-07E9-5347B156F83A}" v="1" dt="2026-04-20T01:28:15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麻 秀政" userId="S::h1202415006@hiratagakuen.onmicrosoft.com::5389b95a-efb6-43c4-b859-efa4a690a92e" providerId="AD" clId="Web-{2170C093-C18B-B169-07E9-5347B156F83A}"/>
    <pc:docChg chg="sldOrd">
      <pc:chgData name="麻 秀政" userId="S::h1202415006@hiratagakuen.onmicrosoft.com::5389b95a-efb6-43c4-b859-efa4a690a92e" providerId="AD" clId="Web-{2170C093-C18B-B169-07E9-5347B156F83A}" dt="2026-04-20T01:28:15.313" v="0"/>
      <pc:docMkLst>
        <pc:docMk/>
      </pc:docMkLst>
      <pc:sldChg chg="ord">
        <pc:chgData name="麻 秀政" userId="S::h1202415006@hiratagakuen.onmicrosoft.com::5389b95a-efb6-43c4-b859-efa4a690a92e" providerId="AD" clId="Web-{2170C093-C18B-B169-07E9-5347B156F83A}" dt="2026-04-20T01:28:15.313" v="0"/>
        <pc:sldMkLst>
          <pc:docMk/>
          <pc:sldMk cId="66174285" sldId="259"/>
        </pc:sldMkLst>
      </pc:sldChg>
    </pc:docChg>
  </pc:docChgLst>
  <pc:docChgLst>
    <pc:chgData name="麻 秀政" userId="S::h1202415006@hiratagakuen.onmicrosoft.com::5389b95a-efb6-43c4-b859-efa4a690a92e" providerId="AD" clId="Web-{02700038-46B3-1A9B-727B-6049F8B8D4CD}"/>
    <pc:docChg chg="modSld">
      <pc:chgData name="麻 秀政" userId="S::h1202415006@hiratagakuen.onmicrosoft.com::5389b95a-efb6-43c4-b859-efa4a690a92e" providerId="AD" clId="Web-{02700038-46B3-1A9B-727B-6049F8B8D4CD}" dt="2026-04-20T03:20:04.273" v="17" actId="1076"/>
      <pc:docMkLst>
        <pc:docMk/>
      </pc:docMkLst>
      <pc:sldChg chg="modSp">
        <pc:chgData name="麻 秀政" userId="S::h1202415006@hiratagakuen.onmicrosoft.com::5389b95a-efb6-43c4-b859-efa4a690a92e" providerId="AD" clId="Web-{02700038-46B3-1A9B-727B-6049F8B8D4CD}" dt="2026-04-20T03:20:04.273" v="17" actId="1076"/>
        <pc:sldMkLst>
          <pc:docMk/>
          <pc:sldMk cId="3391318612" sldId="257"/>
        </pc:sldMkLst>
        <pc:spChg chg="mod">
          <ac:chgData name="麻 秀政" userId="S::h1202415006@hiratagakuen.onmicrosoft.com::5389b95a-efb6-43c4-b859-efa4a690a92e" providerId="AD" clId="Web-{02700038-46B3-1A9B-727B-6049F8B8D4CD}" dt="2026-04-20T03:20:04.273" v="17" actId="1076"/>
          <ac:spMkLst>
            <pc:docMk/>
            <pc:sldMk cId="3391318612" sldId="257"/>
            <ac:spMk id="7" creationId="{00000000-0000-0000-0000-000000000000}"/>
          </ac:spMkLst>
        </pc:spChg>
      </pc:sldChg>
    </pc:docChg>
  </pc:docChgLst>
  <pc:docChgLst>
    <pc:chgData name="麻 秀政" userId="S::h1202415006@hiratagakuen.onmicrosoft.com::5389b95a-efb6-43c4-b859-efa4a690a92e" providerId="AD" clId="Web-{EA377CF4-E309-ED09-F921-5933BDEDEB99}"/>
    <pc:docChg chg="modSld">
      <pc:chgData name="麻 秀政" userId="S::h1202415006@hiratagakuen.onmicrosoft.com::5389b95a-efb6-43c4-b859-efa4a690a92e" providerId="AD" clId="Web-{EA377CF4-E309-ED09-F921-5933BDEDEB99}" dt="2026-04-17T02:29:55.209" v="203" actId="20577"/>
      <pc:docMkLst>
        <pc:docMk/>
      </pc:docMkLst>
      <pc:sldChg chg="modSp">
        <pc:chgData name="麻 秀政" userId="S::h1202415006@hiratagakuen.onmicrosoft.com::5389b95a-efb6-43c4-b859-efa4a690a92e" providerId="AD" clId="Web-{EA377CF4-E309-ED09-F921-5933BDEDEB99}" dt="2026-04-17T02:18:36.503" v="96" actId="20577"/>
        <pc:sldMkLst>
          <pc:docMk/>
          <pc:sldMk cId="348457714" sldId="256"/>
        </pc:sldMkLst>
        <pc:spChg chg="mod">
          <ac:chgData name="麻 秀政" userId="S::h1202415006@hiratagakuen.onmicrosoft.com::5389b95a-efb6-43c4-b859-efa4a690a92e" providerId="AD" clId="Web-{EA377CF4-E309-ED09-F921-5933BDEDEB99}" dt="2026-04-17T02:18:36.503" v="96" actId="20577"/>
          <ac:spMkLst>
            <pc:docMk/>
            <pc:sldMk cId="348457714" sldId="256"/>
            <ac:spMk id="3" creationId="{00000000-0000-0000-0000-000000000000}"/>
          </ac:spMkLst>
        </pc:spChg>
      </pc:sldChg>
      <pc:sldChg chg="modSp">
        <pc:chgData name="麻 秀政" userId="S::h1202415006@hiratagakuen.onmicrosoft.com::5389b95a-efb6-43c4-b859-efa4a690a92e" providerId="AD" clId="Web-{EA377CF4-E309-ED09-F921-5933BDEDEB99}" dt="2026-04-17T02:29:55.209" v="203" actId="20577"/>
        <pc:sldMkLst>
          <pc:docMk/>
          <pc:sldMk cId="3391318612" sldId="257"/>
        </pc:sldMkLst>
        <pc:spChg chg="mod">
          <ac:chgData name="麻 秀政" userId="S::h1202415006@hiratagakuen.onmicrosoft.com::5389b95a-efb6-43c4-b859-efa4a690a92e" providerId="AD" clId="Web-{EA377CF4-E309-ED09-F921-5933BDEDEB99}" dt="2026-04-17T02:29:55.209" v="203" actId="20577"/>
          <ac:spMkLst>
            <pc:docMk/>
            <pc:sldMk cId="3391318612" sldId="257"/>
            <ac:spMk id="7" creationId="{00000000-0000-0000-0000-000000000000}"/>
          </ac:spMkLst>
        </pc:spChg>
      </pc:sldChg>
      <pc:sldChg chg="modSp">
        <pc:chgData name="麻 秀政" userId="S::h1202415006@hiratagakuen.onmicrosoft.com::5389b95a-efb6-43c4-b859-efa4a690a92e" providerId="AD" clId="Web-{EA377CF4-E309-ED09-F921-5933BDEDEB99}" dt="2026-04-17T02:18:13.706" v="94" actId="20577"/>
        <pc:sldMkLst>
          <pc:docMk/>
          <pc:sldMk cId="1753488276" sldId="258"/>
        </pc:sldMkLst>
        <pc:spChg chg="mod">
          <ac:chgData name="麻 秀政" userId="S::h1202415006@hiratagakuen.onmicrosoft.com::5389b95a-efb6-43c4-b859-efa4a690a92e" providerId="AD" clId="Web-{EA377CF4-E309-ED09-F921-5933BDEDEB99}" dt="2026-04-17T02:18:06.987" v="91" actId="1076"/>
          <ac:spMkLst>
            <pc:docMk/>
            <pc:sldMk cId="1753488276" sldId="258"/>
            <ac:spMk id="2" creationId="{00000000-0000-0000-0000-000000000000}"/>
          </ac:spMkLst>
        </pc:spChg>
        <pc:spChg chg="mod">
          <ac:chgData name="麻 秀政" userId="S::h1202415006@hiratagakuen.onmicrosoft.com::5389b95a-efb6-43c4-b859-efa4a690a92e" providerId="AD" clId="Web-{EA377CF4-E309-ED09-F921-5933BDEDEB99}" dt="2026-04-17T02:18:13.706" v="94" actId="20577"/>
          <ac:spMkLst>
            <pc:docMk/>
            <pc:sldMk cId="1753488276" sldId="258"/>
            <ac:spMk id="4" creationId="{00000000-0000-0000-0000-000000000000}"/>
          </ac:spMkLst>
        </pc:spChg>
      </pc:sldChg>
      <pc:sldChg chg="addSp delSp modSp">
        <pc:chgData name="麻 秀政" userId="S::h1202415006@hiratagakuen.onmicrosoft.com::5389b95a-efb6-43c4-b859-efa4a690a92e" providerId="AD" clId="Web-{EA377CF4-E309-ED09-F921-5933BDEDEB99}" dt="2026-04-17T02:29:16.271" v="200" actId="20577"/>
        <pc:sldMkLst>
          <pc:docMk/>
          <pc:sldMk cId="66174285" sldId="259"/>
        </pc:sldMkLst>
        <pc:spChg chg="add mod">
          <ac:chgData name="麻 秀政" userId="S::h1202415006@hiratagakuen.onmicrosoft.com::5389b95a-efb6-43c4-b859-efa4a690a92e" providerId="AD" clId="Web-{EA377CF4-E309-ED09-F921-5933BDEDEB99}" dt="2026-04-17T02:29:16.271" v="200" actId="20577"/>
          <ac:spMkLst>
            <pc:docMk/>
            <pc:sldMk cId="66174285" sldId="259"/>
            <ac:spMk id="9" creationId="{16F93F9E-64FE-B6A8-E62B-35CE794BE983}"/>
          </ac:spMkLst>
        </pc:spChg>
        <pc:picChg chg="add mod">
          <ac:chgData name="麻 秀政" userId="S::h1202415006@hiratagakuen.onmicrosoft.com::5389b95a-efb6-43c4-b859-efa4a690a92e" providerId="AD" clId="Web-{EA377CF4-E309-ED09-F921-5933BDEDEB99}" dt="2026-04-17T02:21:29.228" v="106" actId="14100"/>
          <ac:picMkLst>
            <pc:docMk/>
            <pc:sldMk cId="66174285" sldId="259"/>
            <ac:picMk id="8" creationId="{D6459C5F-BE5E-55F7-BD75-9A7CE04BA63D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4:17.106" v="161" actId="1076"/>
          <ac:picMkLst>
            <pc:docMk/>
            <pc:sldMk cId="66174285" sldId="259"/>
            <ac:picMk id="10" creationId="{A4337169-E108-89C6-F791-4AFE17066905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4:10.950" v="160" actId="1076"/>
          <ac:picMkLst>
            <pc:docMk/>
            <pc:sldMk cId="66174285" sldId="259"/>
            <ac:picMk id="11" creationId="{DD389734-A81C-C06E-CBC7-2730F8725B02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5:26.444" v="170" actId="1076"/>
          <ac:picMkLst>
            <pc:docMk/>
            <pc:sldMk cId="66174285" sldId="259"/>
            <ac:picMk id="12" creationId="{BD04A5C3-613F-E701-AAE0-E4BD52C7BBF2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5:23.069" v="169" actId="1076"/>
          <ac:picMkLst>
            <pc:docMk/>
            <pc:sldMk cId="66174285" sldId="259"/>
            <ac:picMk id="13" creationId="{4CE2A04D-1FD3-24BA-EF78-FDAC5E18B955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5:32.133" v="172" actId="1076"/>
          <ac:picMkLst>
            <pc:docMk/>
            <pc:sldMk cId="66174285" sldId="259"/>
            <ac:picMk id="14" creationId="{9DB26923-D7BD-E923-5E7F-DE1714EDECC8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5:38.102" v="174" actId="1076"/>
          <ac:picMkLst>
            <pc:docMk/>
            <pc:sldMk cId="66174285" sldId="259"/>
            <ac:picMk id="15" creationId="{AB832078-9A14-3EDF-295C-0329F37878AB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6:28.748" v="179" actId="1076"/>
          <ac:picMkLst>
            <pc:docMk/>
            <pc:sldMk cId="66174285" sldId="259"/>
            <ac:picMk id="16" creationId="{B1035318-2F69-65DF-9535-CE3C74AA0CC4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6:32.014" v="181" actId="1076"/>
          <ac:picMkLst>
            <pc:docMk/>
            <pc:sldMk cId="66174285" sldId="259"/>
            <ac:picMk id="17" creationId="{9C81B2A0-59A5-3908-A002-46A5A7A5E60A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6:36.139" v="183" actId="1076"/>
          <ac:picMkLst>
            <pc:docMk/>
            <pc:sldMk cId="66174285" sldId="259"/>
            <ac:picMk id="18" creationId="{F43DDC68-7ADA-01C9-4131-5268CCE42A9F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6:39.968" v="185" actId="1076"/>
          <ac:picMkLst>
            <pc:docMk/>
            <pc:sldMk cId="66174285" sldId="259"/>
            <ac:picMk id="19" creationId="{27B6D0FA-3624-C7A6-2623-077606C15036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6:42.656" v="187" actId="1076"/>
          <ac:picMkLst>
            <pc:docMk/>
            <pc:sldMk cId="66174285" sldId="259"/>
            <ac:picMk id="20" creationId="{F3809C04-D24E-726C-98CA-A61D626B22F9}"/>
          </ac:picMkLst>
        </pc:picChg>
        <pc:picChg chg="add mod">
          <ac:chgData name="麻 秀政" userId="S::h1202415006@hiratagakuen.onmicrosoft.com::5389b95a-efb6-43c4-b859-efa4a690a92e" providerId="AD" clId="Web-{EA377CF4-E309-ED09-F921-5933BDEDEB99}" dt="2026-04-17T02:26:52.922" v="189" actId="1076"/>
          <ac:picMkLst>
            <pc:docMk/>
            <pc:sldMk cId="66174285" sldId="259"/>
            <ac:picMk id="21" creationId="{C0A536B0-7B93-EAFA-0CCE-0EC479E767C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61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010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56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96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83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18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33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16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79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11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95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4D3CC-B23E-4CDA-B9C3-7288834D126E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182C5-DABA-428C-9133-8E5751F7BA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8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スペースギャラクシー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ja-JP" altLang="en-US">
                <a:ea typeface="游ゴシック"/>
              </a:rPr>
              <a:t>石塚・麻</a:t>
            </a:r>
            <a:endParaRPr lang="ja-JP" altLang="en-US" dirty="0">
              <a:ea typeface="游ゴシック"/>
            </a:endParaRPr>
          </a:p>
          <a:p>
            <a:r>
              <a:rPr lang="ja-JP" altLang="en-US">
                <a:ea typeface="游ゴシック"/>
              </a:rPr>
              <a:t>開発環境：Unity6</a:t>
            </a:r>
            <a:endParaRPr lang="ja-JP">
              <a:ea typeface="游ゴシック"/>
            </a:endParaRPr>
          </a:p>
          <a:p>
            <a:r>
              <a:rPr lang="ja-JP" altLang="en-US">
                <a:ea typeface="游ゴシック"/>
              </a:rPr>
              <a:t>ジャンル：ボードゲーム</a:t>
            </a:r>
          </a:p>
          <a:p>
            <a:r>
              <a:rPr lang="ja-JP" altLang="en-US">
                <a:ea typeface="游ゴシック"/>
              </a:rPr>
              <a:t>プレイ人数：3人(1の場合相手はCPU)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48457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E14689-BD13-D88E-0097-D73D936A9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6" y="-297"/>
            <a:ext cx="12307705" cy="68529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6DCF57-2A23-93D8-18D9-C93C75B0998F}"/>
              </a:ext>
            </a:extLst>
          </p:cNvPr>
          <p:cNvSpPr/>
          <p:nvPr/>
        </p:nvSpPr>
        <p:spPr>
          <a:xfrm>
            <a:off x="8153332" y="5115259"/>
            <a:ext cx="4171144" cy="17376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E8E06-C1CE-279B-A738-B3A48280F263}"/>
              </a:ext>
            </a:extLst>
          </p:cNvPr>
          <p:cNvSpPr txBox="1"/>
          <p:nvPr/>
        </p:nvSpPr>
        <p:spPr>
          <a:xfrm>
            <a:off x="8581571" y="5479142"/>
            <a:ext cx="376399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6000">
                <a:ea typeface="游ゴシック"/>
              </a:rPr>
              <a:t>仮マップ</a:t>
            </a:r>
            <a:endParaRPr lang="en-US" sz="6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459C5F-BE5E-55F7-BD75-9A7CE04BA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607" y="6346585"/>
            <a:ext cx="322689" cy="3283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F93F9E-64FE-B6A8-E62B-35CE794BE983}"/>
              </a:ext>
            </a:extLst>
          </p:cNvPr>
          <p:cNvSpPr txBox="1"/>
          <p:nvPr/>
        </p:nvSpPr>
        <p:spPr>
          <a:xfrm>
            <a:off x="10025" y="2255919"/>
            <a:ext cx="5915525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a typeface="游ゴシック"/>
              </a:rPr>
              <a:t>残り酸素数</a:t>
            </a:r>
            <a:br>
              <a:rPr lang="ja-JP" altLang="en-US" sz="2000" b="1" dirty="0">
                <a:solidFill>
                  <a:schemeClr val="bg1"/>
                </a:solidFill>
                <a:ea typeface="游ゴシック"/>
              </a:rPr>
            </a:br>
            <a:r>
              <a:rPr lang="ja-JP" altLang="en-US" sz="6600" b="1">
                <a:solidFill>
                  <a:schemeClr val="bg1"/>
                </a:solidFill>
                <a:ea typeface="游ゴシック"/>
              </a:rPr>
              <a:t>50</a:t>
            </a:r>
            <a:endParaRPr lang="en-US" sz="6600" b="1">
              <a:solidFill>
                <a:schemeClr val="bg1"/>
              </a:solidFill>
              <a:ea typeface="游ゴシック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337169-E108-89C6-F791-4AFE17066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186" y="6346585"/>
            <a:ext cx="322689" cy="32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389734-A81C-C06E-CBC7-2730F872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501" y="6346585"/>
            <a:ext cx="322689" cy="3283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04A5C3-613F-E701-AAE0-E4BD52C7B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727" y="4937836"/>
            <a:ext cx="704302" cy="360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E2A04D-1FD3-24BA-EF78-FDAC5E18B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148" y="4937836"/>
            <a:ext cx="704302" cy="360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B26923-D7BD-E923-5E7F-DE1714EDE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8226" y="4246019"/>
            <a:ext cx="704302" cy="3604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832078-9A14-3EDF-295C-0329F3787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727" y="3564230"/>
            <a:ext cx="704302" cy="3604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035318-2F69-65DF-9535-CE3C74AA0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4791473" y="3431080"/>
            <a:ext cx="911582" cy="5338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81B2A0-59A5-3908-A002-46A5A7A5E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3086999" y="3421053"/>
            <a:ext cx="911582" cy="5338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3DDC68-7ADA-01C9-4131-5268CCE4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923946" y="2699158"/>
            <a:ext cx="911582" cy="5338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B6D0FA-3624-C7A6-2623-077606C15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4791473" y="2057474"/>
            <a:ext cx="911582" cy="5338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809C04-D24E-726C-98CA-A61D626B2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6546078" y="2057474"/>
            <a:ext cx="911582" cy="53385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A536B0-7B93-EAFA-0CCE-0EC479E7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501" y="4962953"/>
            <a:ext cx="322689" cy="32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2248" y="1862356"/>
            <a:ext cx="10515600" cy="4404219"/>
          </a:xfrm>
        </p:spPr>
        <p:txBody>
          <a:bodyPr>
            <a:normAutofit/>
          </a:bodyPr>
          <a:lstStyle/>
          <a:p>
            <a:br>
              <a:rPr lang="en-US" altLang="ja-JP" sz="2700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68969" y="357265"/>
            <a:ext cx="9731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/>
              <a:t>ゲーム概要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2738" y="1525965"/>
            <a:ext cx="1243641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・</a:t>
            </a: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全員が宇宙艇からスタート</a:t>
            </a:r>
            <a:endParaRPr kumimoji="0" lang="en-US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・</a:t>
            </a:r>
            <a:r>
              <a:rPr kumimoji="0" lang="ja-JP" altLang="ja-JP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サイコロで進み、エネルギーコアを拾う</a:t>
            </a:r>
            <a:r>
              <a:rPr kumimoji="0" lang="ja-JP" altLang="ja-JP" sz="2400">
                <a:latin typeface="Arial"/>
                <a:ea typeface="游ゴシック"/>
                <a:cs typeface="Arial"/>
              </a:rPr>
              <a:t>(奥にあるエネルギーコアはポイント増加)</a:t>
            </a:r>
            <a:endParaRPr kumimoji="0" lang="en-US" altLang="ja-JP" sz="24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・</a:t>
            </a:r>
            <a:r>
              <a:rPr kumimoji="0" lang="ja-JP" altLang="ja-JP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拾うほど移動が遅くなる</a:t>
            </a:r>
            <a:r>
              <a:rPr kumimoji="0" lang="ja-JP" altLang="ja-JP" sz="2400">
                <a:latin typeface="Arial"/>
                <a:ea typeface="游ゴシック"/>
                <a:cs typeface="Arial"/>
              </a:rPr>
              <a:t>(サイコロの目ー所持しているエネルギーコアの数)</a:t>
            </a:r>
            <a:endParaRPr kumimoji="0" lang="en-US" altLang="ja-JP" sz="24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・</a:t>
            </a:r>
            <a:r>
              <a:rPr kumimoji="0" lang="ja-JP" altLang="ja-JP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宇宙艇に戻れれば</a:t>
            </a:r>
            <a:r>
              <a:rPr kumimoji="0" lang="ja-JP" altLang="ja-JP" sz="2400">
                <a:latin typeface="Arial"/>
                <a:ea typeface="游ゴシック"/>
                <a:cs typeface="Arial"/>
              </a:rPr>
              <a:t>残りの酸素数とエネルギーコアで</a:t>
            </a:r>
            <a:r>
              <a:rPr kumimoji="0" lang="ja-JP" altLang="ja-JP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得点</a:t>
            </a:r>
            <a:r>
              <a:rPr kumimoji="0" lang="ja-JP" altLang="ja-JP" sz="2400">
                <a:latin typeface="Arial"/>
                <a:ea typeface="游ゴシック"/>
                <a:cs typeface="Arial"/>
              </a:rPr>
              <a:t>が決まる</a:t>
            </a:r>
            <a:endParaRPr kumimoji="0" lang="en-US" altLang="ja-JP" sz="2400" i="0" u="none" strike="noStrike" cap="none" normalizeH="0" baseline="0">
              <a:ln>
                <a:noFill/>
              </a:ln>
              <a:effectLst/>
              <a:latin typeface="Arial"/>
              <a:ea typeface="游ゴシック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ja-JP" altLang="ja-JP" sz="24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游ゴシック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ja-JP" altLang="ja-JP" sz="2400">
                <a:latin typeface="Arial"/>
                <a:ea typeface="游ゴシック"/>
                <a:cs typeface="Arial"/>
              </a:rPr>
              <a:t>・全員共通の酸素が減少(毎ターン１+エネルギーコアの保持数)して</a:t>
            </a:r>
            <a:r>
              <a:rPr lang="ja-JP" altLang="ja-JP" sz="2400" dirty="0">
                <a:latin typeface="Arial"/>
                <a:ea typeface="游ゴシック"/>
                <a:cs typeface="Arial"/>
              </a:rPr>
              <a:t>いき、0になると終了</a:t>
            </a:r>
            <a:endParaRPr lang="ja-JP" altLang="en-US" sz="2400" dirty="0">
              <a:latin typeface="Arial" panose="020B0604020202020204" pitchFamily="34" charset="0"/>
              <a:ea typeface="游ゴシック" panose="020B0400000000000000" pitchFamily="34" charset="-128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ja-JP" altLang="ja-JP" sz="2400" dirty="0">
              <a:latin typeface="Arial"/>
              <a:ea typeface="游ゴシック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ja-JP" altLang="ja-JP" sz="2400">
                <a:latin typeface="Arial"/>
                <a:ea typeface="游ゴシック"/>
                <a:cs typeface="Arial"/>
              </a:rPr>
              <a:t>・</a:t>
            </a:r>
            <a:r>
              <a:rPr lang="ja-JP" sz="2400">
                <a:latin typeface="Arial"/>
                <a:ea typeface="游ゴシック"/>
                <a:cs typeface="Arial"/>
              </a:rPr>
              <a:t>残り酸素</a:t>
            </a:r>
            <a:r>
              <a:rPr lang="ja-JP" altLang="en-US" sz="2400">
                <a:latin typeface="Arial"/>
                <a:ea typeface="游ゴシック"/>
                <a:cs typeface="Arial"/>
              </a:rPr>
              <a:t>数</a:t>
            </a:r>
            <a:r>
              <a:rPr lang="ja-JP" sz="2400">
                <a:latin typeface="Arial"/>
                <a:ea typeface="游ゴシック"/>
                <a:cs typeface="Arial"/>
              </a:rPr>
              <a:t>を見ながら帰還判断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kumimoji="0" lang="ja-JP" altLang="ja-JP" sz="2400" dirty="0">
              <a:latin typeface="Arial"/>
              <a:ea typeface="游ゴシック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・</a:t>
            </a:r>
            <a:r>
              <a:rPr kumimoji="0" lang="ja-JP" altLang="ja-JP" sz="2400" i="0" u="none" strike="noStrike" cap="none" normalizeH="0" baseline="0">
                <a:ln>
                  <a:noFill/>
                </a:ln>
                <a:effectLst/>
                <a:latin typeface="Arial"/>
                <a:ea typeface="游ゴシック"/>
                <a:cs typeface="Arial"/>
              </a:rPr>
              <a:t>3ラウンドの合計で勝敗</a:t>
            </a:r>
            <a:endParaRPr lang="en-US" altLang="ja-JP" sz="24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游ゴシック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31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4432" y="328279"/>
            <a:ext cx="4864100" cy="1138237"/>
          </a:xfrm>
        </p:spPr>
        <p:txBody>
          <a:bodyPr/>
          <a:lstStyle/>
          <a:p>
            <a:r>
              <a:rPr kumimoji="1" lang="ja-JP" altLang="en-US" dirty="0"/>
              <a:t>おもしろさ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7622" y="2133600"/>
            <a:ext cx="17857817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3600" dirty="0"/>
              <a:t>欲張るほど動けなくなるジレンマ</a:t>
            </a:r>
            <a:br>
              <a:rPr lang="en-US" altLang="ja-JP" sz="3600" dirty="0"/>
            </a:br>
            <a:br>
              <a:rPr lang="en-US" altLang="ja-JP" sz="3600" dirty="0"/>
            </a:br>
            <a:r>
              <a:rPr lang="ja-JP" altLang="en-US" sz="3600" dirty="0"/>
              <a:t>全員がゲームオーバーになりうるゲーム性</a:t>
            </a:r>
            <a:endParaRPr lang="en-US" altLang="ja-JP" sz="3600" dirty="0"/>
          </a:p>
          <a:p>
            <a:endParaRPr kumimoji="1" lang="en-US" altLang="ja-JP" sz="3600" dirty="0"/>
          </a:p>
          <a:p>
            <a:r>
              <a:rPr lang="ja-JP" altLang="en-US" sz="3600">
                <a:ea typeface="游ゴシック"/>
              </a:rPr>
              <a:t>敵の位置を見てエネルギーコアを回収し</a:t>
            </a:r>
            <a:endParaRPr lang="en-US" altLang="ja-JP" sz="3600">
              <a:ea typeface="游ゴシック"/>
            </a:endParaRPr>
          </a:p>
          <a:p>
            <a:r>
              <a:rPr lang="ja-JP" altLang="en-US" sz="3600">
                <a:ea typeface="游ゴシック"/>
              </a:rPr>
              <a:t>酸素を減らしに行くなどの</a:t>
            </a:r>
            <a:r>
              <a:rPr kumimoji="1" lang="ja-JP" altLang="en-US" sz="3600">
                <a:ea typeface="游ゴシック"/>
              </a:rPr>
              <a:t>駆け引き要素</a:t>
            </a:r>
            <a:endParaRPr lang="en-US" altLang="ja-JP" sz="3600">
              <a:ea typeface="游ゴシック"/>
            </a:endParaRPr>
          </a:p>
          <a:p>
            <a:endParaRPr lang="en-US" altLang="ja-JP" sz="3600" dirty="0"/>
          </a:p>
          <a:p>
            <a:r>
              <a:rPr kumimoji="1" lang="ja-JP" altLang="en-US" sz="3600" dirty="0"/>
              <a:t>短時間で遊べる</a:t>
            </a:r>
          </a:p>
        </p:txBody>
      </p:sp>
    </p:spTree>
    <p:extLst>
      <p:ext uri="{BB962C8B-B14F-4D97-AF65-F5344CB8AC3E}">
        <p14:creationId xmlns:p14="http://schemas.microsoft.com/office/powerpoint/2010/main" val="175348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60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スペースギャラクシー</vt:lpstr>
      <vt:lpstr>PowerPoint Presentation</vt:lpstr>
      <vt:lpstr>     </vt:lpstr>
      <vt:lpstr>おもしろさ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すごろく</dc:title>
  <dc:creator>GA3</dc:creator>
  <cp:lastModifiedBy>GA3</cp:lastModifiedBy>
  <cp:revision>163</cp:revision>
  <dcterms:created xsi:type="dcterms:W3CDTF">2026-04-13T02:14:08Z</dcterms:created>
  <dcterms:modified xsi:type="dcterms:W3CDTF">2026-04-20T03:20:08Z</dcterms:modified>
</cp:coreProperties>
</file>